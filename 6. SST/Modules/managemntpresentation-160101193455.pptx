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63" r:id="rId6"/>
    <p:sldId id="264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75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C8730-1A2F-4733-B9C5-53998148B72F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6C52C-7903-426B-837C-DAB5D793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7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6C52C-7903-426B-837C-DAB5D793BC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4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3BE3DE4-6FBB-48D1-B99C-4DC6A60F34AC}" type="datetimeFigureOut">
              <a:rPr lang="en-US" smtClean="0"/>
              <a:t>11/3/2014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67CF5EF-8F83-4B26-81C4-785FAFF20A14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9351215_xl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029200" y="3733800"/>
            <a:ext cx="4085492" cy="23622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FF0000"/>
                </a:solidFill>
              </a:rPr>
              <a:t>Time </a:t>
            </a:r>
            <a:br>
              <a:rPr lang="en-US" sz="5400" b="1" dirty="0" smtClean="0">
                <a:solidFill>
                  <a:srgbClr val="FF0000"/>
                </a:solidFill>
              </a:rPr>
            </a:br>
            <a:r>
              <a:rPr lang="en-US" sz="5400" b="1" dirty="0" smtClean="0">
                <a:solidFill>
                  <a:srgbClr val="FF0000"/>
                </a:solidFill>
              </a:rPr>
              <a:t>Management</a:t>
            </a:r>
            <a:endParaRPr 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60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Time Management?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Time management is an art. It is arranging, organizing and budgeting time for the purpose of accomplishing something within a time.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Time management is having control over the amount of time spent on a particular activity.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Hence, time management helps an individual to be more organized and more productive.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7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8072" y="980728"/>
            <a:ext cx="8532440" cy="7078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000" dirty="0" smtClean="0"/>
              <a:t>Time management is important as it helps to manage </a:t>
            </a:r>
            <a:r>
              <a:rPr lang="en-IN" sz="2000" dirty="0" smtClean="0"/>
              <a:t>our</a:t>
            </a:r>
            <a:r>
              <a:rPr lang="en-IN" sz="2000" dirty="0" smtClean="0"/>
              <a:t> </a:t>
            </a:r>
            <a:r>
              <a:rPr lang="en-IN" sz="2000" dirty="0" smtClean="0"/>
              <a:t>time efficiently. It is beneficial to every individual as proper time management helps us to:</a:t>
            </a:r>
            <a:endParaRPr lang="en-IN" sz="2000" dirty="0"/>
          </a:p>
        </p:txBody>
      </p:sp>
      <p:grpSp>
        <p:nvGrpSpPr>
          <p:cNvPr id="6" name="Group 135"/>
          <p:cNvGrpSpPr/>
          <p:nvPr/>
        </p:nvGrpSpPr>
        <p:grpSpPr>
          <a:xfrm>
            <a:off x="3203848" y="4616141"/>
            <a:ext cx="2592288" cy="2231793"/>
            <a:chOff x="1539792" y="2513013"/>
            <a:chExt cx="1869847" cy="1931987"/>
          </a:xfrm>
        </p:grpSpPr>
        <p:sp>
          <p:nvSpPr>
            <p:cNvPr id="9" name="Donut 8"/>
            <p:cNvSpPr/>
            <p:nvPr/>
          </p:nvSpPr>
          <p:spPr bwMode="auto">
            <a:xfrm>
              <a:off x="1547664" y="2513013"/>
              <a:ext cx="1843088" cy="1931987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2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59"/>
            <p:cNvSpPr txBox="1">
              <a:spLocks noChangeArrowheads="1"/>
            </p:cNvSpPr>
            <p:nvPr/>
          </p:nvSpPr>
          <p:spPr bwMode="auto">
            <a:xfrm>
              <a:off x="1539792" y="3791736"/>
              <a:ext cx="1869847" cy="612793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Have time for </a:t>
              </a:r>
            </a:p>
            <a:p>
              <a:pPr algn="ctr"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ourselves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8" name="Group 138"/>
          <p:cNvGrpSpPr/>
          <p:nvPr/>
        </p:nvGrpSpPr>
        <p:grpSpPr>
          <a:xfrm>
            <a:off x="1615293" y="3784318"/>
            <a:ext cx="2557390" cy="2236970"/>
            <a:chOff x="2633514" y="1873250"/>
            <a:chExt cx="1844675" cy="1936467"/>
          </a:xfrm>
        </p:grpSpPr>
        <p:sp>
          <p:nvSpPr>
            <p:cNvPr id="12" name="Donut 11"/>
            <p:cNvSpPr/>
            <p:nvPr/>
          </p:nvSpPr>
          <p:spPr bwMode="auto">
            <a:xfrm>
              <a:off x="2633514" y="1873250"/>
              <a:ext cx="1844675" cy="1931988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bg1">
                    <a:lumMod val="50000"/>
                    <a:tint val="66000"/>
                    <a:satMod val="160000"/>
                  </a:schemeClr>
                </a:gs>
                <a:gs pos="50000">
                  <a:schemeClr val="bg1">
                    <a:lumMod val="50000"/>
                    <a:tint val="44500"/>
                    <a:satMod val="160000"/>
                  </a:schemeClr>
                </a:gs>
                <a:gs pos="100000">
                  <a:schemeClr val="bg1">
                    <a:lumMod val="5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1">
                  <a:lumMod val="75000"/>
                  <a:lumOff val="25000"/>
                </a:schemeClr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60"/>
            <p:cNvSpPr txBox="1">
              <a:spLocks noChangeArrowheads="1"/>
            </p:cNvSpPr>
            <p:nvPr/>
          </p:nvSpPr>
          <p:spPr bwMode="auto">
            <a:xfrm>
              <a:off x="2636673" y="3196925"/>
              <a:ext cx="1817907" cy="612792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Be Relaxed &amp; </a:t>
              </a:r>
            </a:p>
            <a:p>
              <a:pPr algn="ctr"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less stressed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11" name="Group 121"/>
          <p:cNvGrpSpPr/>
          <p:nvPr/>
        </p:nvGrpSpPr>
        <p:grpSpPr>
          <a:xfrm>
            <a:off x="179512" y="2712062"/>
            <a:ext cx="2555190" cy="2231794"/>
            <a:chOff x="1547664" y="2513013"/>
            <a:chExt cx="1843088" cy="1931987"/>
          </a:xfrm>
        </p:grpSpPr>
        <p:sp>
          <p:nvSpPr>
            <p:cNvPr id="15" name="Donut 14"/>
            <p:cNvSpPr/>
            <p:nvPr/>
          </p:nvSpPr>
          <p:spPr bwMode="auto">
            <a:xfrm>
              <a:off x="1547664" y="2513013"/>
              <a:ext cx="1843088" cy="1931987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2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59"/>
            <p:cNvSpPr txBox="1">
              <a:spLocks noChangeArrowheads="1"/>
            </p:cNvSpPr>
            <p:nvPr/>
          </p:nvSpPr>
          <p:spPr bwMode="auto">
            <a:xfrm>
              <a:off x="1907704" y="3954542"/>
              <a:ext cx="1123241" cy="346361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Be Organized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14" name="Group 126"/>
          <p:cNvGrpSpPr/>
          <p:nvPr/>
        </p:nvGrpSpPr>
        <p:grpSpPr>
          <a:xfrm>
            <a:off x="1684895" y="1973020"/>
            <a:ext cx="2557390" cy="2231795"/>
            <a:chOff x="2633514" y="1873250"/>
            <a:chExt cx="1844675" cy="1931988"/>
          </a:xfrm>
        </p:grpSpPr>
        <p:sp>
          <p:nvSpPr>
            <p:cNvPr id="18" name="Donut 17"/>
            <p:cNvSpPr/>
            <p:nvPr/>
          </p:nvSpPr>
          <p:spPr bwMode="auto">
            <a:xfrm>
              <a:off x="2633514" y="1873250"/>
              <a:ext cx="1844675" cy="1931988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bg1">
                    <a:lumMod val="50000"/>
                    <a:tint val="66000"/>
                    <a:satMod val="160000"/>
                  </a:schemeClr>
                </a:gs>
                <a:gs pos="50000">
                  <a:schemeClr val="bg1">
                    <a:lumMod val="50000"/>
                    <a:tint val="44500"/>
                    <a:satMod val="160000"/>
                  </a:schemeClr>
                </a:gs>
                <a:gs pos="100000">
                  <a:schemeClr val="bg1">
                    <a:lumMod val="5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1">
                  <a:lumMod val="75000"/>
                  <a:lumOff val="25000"/>
                </a:schemeClr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60"/>
            <p:cNvSpPr txBox="1">
              <a:spLocks noChangeArrowheads="1"/>
            </p:cNvSpPr>
            <p:nvPr/>
          </p:nvSpPr>
          <p:spPr bwMode="auto">
            <a:xfrm>
              <a:off x="3131840" y="3348082"/>
              <a:ext cx="978385" cy="346361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Be Efficient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17" name="Group 132"/>
          <p:cNvGrpSpPr/>
          <p:nvPr/>
        </p:nvGrpSpPr>
        <p:grpSpPr>
          <a:xfrm>
            <a:off x="4911860" y="3784320"/>
            <a:ext cx="2555189" cy="2231794"/>
            <a:chOff x="3740002" y="1230313"/>
            <a:chExt cx="1843087" cy="1931987"/>
          </a:xfrm>
        </p:grpSpPr>
        <p:sp>
          <p:nvSpPr>
            <p:cNvPr id="21" name="Donut 20"/>
            <p:cNvSpPr/>
            <p:nvPr/>
          </p:nvSpPr>
          <p:spPr bwMode="auto">
            <a:xfrm>
              <a:off x="3740002" y="1230313"/>
              <a:ext cx="1843087" cy="1931987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1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61"/>
            <p:cNvSpPr txBox="1">
              <a:spLocks noChangeArrowheads="1"/>
            </p:cNvSpPr>
            <p:nvPr/>
          </p:nvSpPr>
          <p:spPr bwMode="auto">
            <a:xfrm>
              <a:off x="3962897" y="2633413"/>
              <a:ext cx="1505688" cy="346361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Be Self-disciplined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20" name="Group 127"/>
          <p:cNvGrpSpPr/>
          <p:nvPr/>
        </p:nvGrpSpPr>
        <p:grpSpPr>
          <a:xfrm>
            <a:off x="6407098" y="2702949"/>
            <a:ext cx="2557390" cy="2231795"/>
            <a:chOff x="2633514" y="1873250"/>
            <a:chExt cx="1844675" cy="1931988"/>
          </a:xfrm>
        </p:grpSpPr>
        <p:sp>
          <p:nvSpPr>
            <p:cNvPr id="24" name="Donut 23"/>
            <p:cNvSpPr/>
            <p:nvPr/>
          </p:nvSpPr>
          <p:spPr bwMode="auto">
            <a:xfrm>
              <a:off x="2633514" y="1873250"/>
              <a:ext cx="1844675" cy="1931988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bg1">
                    <a:lumMod val="50000"/>
                    <a:tint val="66000"/>
                    <a:satMod val="160000"/>
                  </a:schemeClr>
                </a:gs>
                <a:gs pos="50000">
                  <a:schemeClr val="bg1">
                    <a:lumMod val="50000"/>
                    <a:tint val="44500"/>
                    <a:satMod val="160000"/>
                  </a:schemeClr>
                </a:gs>
                <a:gs pos="100000">
                  <a:schemeClr val="bg1">
                    <a:lumMod val="5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1">
                  <a:lumMod val="75000"/>
                  <a:lumOff val="25000"/>
                </a:schemeClr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60"/>
            <p:cNvSpPr txBox="1">
              <a:spLocks noChangeArrowheads="1"/>
            </p:cNvSpPr>
            <p:nvPr/>
          </p:nvSpPr>
          <p:spPr bwMode="auto">
            <a:xfrm>
              <a:off x="2966021" y="3312120"/>
              <a:ext cx="1226982" cy="346361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Prioritize tasks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23" name="Group 122"/>
          <p:cNvGrpSpPr/>
          <p:nvPr/>
        </p:nvGrpSpPr>
        <p:grpSpPr>
          <a:xfrm>
            <a:off x="4911859" y="1940183"/>
            <a:ext cx="2555190" cy="2231794"/>
            <a:chOff x="1547664" y="2513013"/>
            <a:chExt cx="1843088" cy="1931987"/>
          </a:xfrm>
        </p:grpSpPr>
        <p:sp>
          <p:nvSpPr>
            <p:cNvPr id="27" name="Donut 26"/>
            <p:cNvSpPr/>
            <p:nvPr/>
          </p:nvSpPr>
          <p:spPr bwMode="auto">
            <a:xfrm>
              <a:off x="1547664" y="2513013"/>
              <a:ext cx="1843088" cy="1931987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2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59"/>
            <p:cNvSpPr txBox="1">
              <a:spLocks noChangeArrowheads="1"/>
            </p:cNvSpPr>
            <p:nvPr/>
          </p:nvSpPr>
          <p:spPr bwMode="auto">
            <a:xfrm>
              <a:off x="1676308" y="3926500"/>
              <a:ext cx="1601149" cy="346361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Schedule efficiently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26" name="Group 131"/>
          <p:cNvGrpSpPr/>
          <p:nvPr/>
        </p:nvGrpSpPr>
        <p:grpSpPr>
          <a:xfrm>
            <a:off x="3218890" y="1230312"/>
            <a:ext cx="2555189" cy="2231794"/>
            <a:chOff x="3740002" y="1230313"/>
            <a:chExt cx="1843087" cy="1931987"/>
          </a:xfrm>
        </p:grpSpPr>
        <p:sp>
          <p:nvSpPr>
            <p:cNvPr id="30" name="Donut 29"/>
            <p:cNvSpPr/>
            <p:nvPr/>
          </p:nvSpPr>
          <p:spPr bwMode="auto">
            <a:xfrm>
              <a:off x="3740002" y="1230313"/>
              <a:ext cx="1843087" cy="1931987"/>
            </a:xfrm>
            <a:prstGeom prst="donut">
              <a:avLst>
                <a:gd name="adj" fmla="val 7711"/>
              </a:avLst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  <a:scene3d>
              <a:camera prst="orthographicFront">
                <a:rot lat="17699992" lon="0" rev="0"/>
              </a:camera>
              <a:lightRig rig="contrasting" dir="t"/>
            </a:scene3d>
            <a:sp3d extrusionH="635000">
              <a:extrusionClr>
                <a:schemeClr val="tx1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61"/>
            <p:cNvSpPr txBox="1">
              <a:spLocks noChangeArrowheads="1"/>
            </p:cNvSpPr>
            <p:nvPr/>
          </p:nvSpPr>
          <p:spPr bwMode="auto">
            <a:xfrm>
              <a:off x="3995936" y="2634963"/>
              <a:ext cx="1242707" cy="346361"/>
            </a:xfrm>
            <a:prstGeom prst="rect">
              <a:avLst/>
            </a:prstGeom>
            <a:noFill/>
            <a:ln>
              <a:noFill/>
            </a:ln>
            <a:effectLst>
              <a:outerShdw dist="38100" dir="2700000" algn="tl" rotWithShape="0">
                <a:srgbClr val="808080">
                  <a:alpha val="60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sz="2000" dirty="0" smtClean="0">
                  <a:solidFill>
                    <a:schemeClr val="bg1"/>
                  </a:solidFill>
                  <a:latin typeface="+mn-lt"/>
                </a:rPr>
                <a:t>Plan efficiently</a:t>
              </a:r>
              <a:endParaRPr lang="en-US" sz="20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33" name="Title 1"/>
          <p:cNvSpPr txBox="1">
            <a:spLocks/>
          </p:cNvSpPr>
          <p:nvPr/>
        </p:nvSpPr>
        <p:spPr>
          <a:xfrm>
            <a:off x="1043490" y="381000"/>
            <a:ext cx="7186110" cy="9144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/>
              <a:t>   Importance of Time Management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7396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533400"/>
            <a:ext cx="87630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Who can use </a:t>
            </a:r>
            <a:r>
              <a:rPr lang="en-US" dirty="0"/>
              <a:t>T</a:t>
            </a:r>
            <a:r>
              <a:rPr lang="en-US" dirty="0" smtClean="0"/>
              <a:t>ime Management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Business Leader</a:t>
            </a:r>
          </a:p>
          <a:p>
            <a:r>
              <a:rPr lang="en-IN" sz="2800" dirty="0" smtClean="0"/>
              <a:t>Politicians</a:t>
            </a:r>
          </a:p>
          <a:p>
            <a:r>
              <a:rPr lang="en-IN" sz="2800" dirty="0"/>
              <a:t>Students</a:t>
            </a:r>
          </a:p>
          <a:p>
            <a:r>
              <a:rPr lang="en-IN" sz="2800" dirty="0" smtClean="0"/>
              <a:t>Teachers</a:t>
            </a:r>
          </a:p>
          <a:p>
            <a:r>
              <a:rPr lang="en-IN" sz="2800" dirty="0" smtClean="0"/>
              <a:t>Labourer's</a:t>
            </a:r>
            <a:endParaRPr lang="en-IN" sz="2800" b="1" dirty="0" smtClean="0"/>
          </a:p>
          <a:p>
            <a:r>
              <a:rPr lang="en-IN" sz="2800" dirty="0" smtClean="0"/>
              <a:t>Writers</a:t>
            </a:r>
          </a:p>
          <a:p>
            <a:r>
              <a:rPr lang="en-IN" sz="2800" dirty="0" smtClean="0"/>
              <a:t>Working Professional</a:t>
            </a:r>
          </a:p>
          <a:p>
            <a:r>
              <a:rPr lang="en-IN" sz="2800" dirty="0"/>
              <a:t>Home </a:t>
            </a:r>
            <a:r>
              <a:rPr lang="en-IN" sz="2800" dirty="0" smtClean="0"/>
              <a:t>Makers</a:t>
            </a:r>
          </a:p>
          <a:p>
            <a:endParaRPr lang="en-IN" sz="2800" dirty="0"/>
          </a:p>
          <a:p>
            <a:endParaRPr lang="en-IN" sz="2800" dirty="0" smtClean="0"/>
          </a:p>
          <a:p>
            <a:endParaRPr lang="en-IN" sz="2800" dirty="0"/>
          </a:p>
          <a:p>
            <a:endParaRPr lang="en-IN" sz="2800" dirty="0" smtClean="0"/>
          </a:p>
          <a:p>
            <a:endParaRPr lang="en-IN" sz="2800" dirty="0" smtClean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31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Elements of Time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dirty="0"/>
              <a:t>There are various elements that have to be considered and managed for effective Time Management. It is important that for </a:t>
            </a:r>
            <a:r>
              <a:rPr lang="en-IN" sz="2800" dirty="0" smtClean="0"/>
              <a:t>us</a:t>
            </a:r>
            <a:r>
              <a:rPr lang="en-IN" sz="2800" dirty="0" smtClean="0"/>
              <a:t> </a:t>
            </a:r>
            <a:r>
              <a:rPr lang="en-IN" sz="2800" dirty="0"/>
              <a:t>to manage </a:t>
            </a:r>
            <a:r>
              <a:rPr lang="en-IN" sz="2800" dirty="0" smtClean="0"/>
              <a:t>our</a:t>
            </a:r>
            <a:r>
              <a:rPr lang="en-IN" sz="2800" dirty="0" smtClean="0"/>
              <a:t> </a:t>
            </a:r>
            <a:r>
              <a:rPr lang="en-IN" sz="2800" dirty="0"/>
              <a:t>time well, </a:t>
            </a:r>
            <a:r>
              <a:rPr lang="en-IN" sz="2800" dirty="0" smtClean="0"/>
              <a:t>we</a:t>
            </a:r>
            <a:r>
              <a:rPr lang="en-IN" sz="2800" dirty="0" smtClean="0"/>
              <a:t> </a:t>
            </a:r>
            <a:r>
              <a:rPr lang="en-IN" sz="2800" dirty="0"/>
              <a:t>should learn be aware of and use the elements of Time Management diligently. The following are the various elements </a:t>
            </a:r>
            <a:r>
              <a:rPr lang="en-IN" sz="2800" dirty="0" smtClean="0"/>
              <a:t>of </a:t>
            </a:r>
            <a:r>
              <a:rPr lang="en-IN" sz="2800" dirty="0"/>
              <a:t>Time Management</a:t>
            </a:r>
            <a:r>
              <a:rPr lang="en-IN" sz="2800" dirty="0" smtClean="0"/>
              <a:t>:</a:t>
            </a:r>
          </a:p>
          <a:p>
            <a:pPr marL="0" indent="0">
              <a:buNone/>
            </a:pPr>
            <a:r>
              <a:rPr lang="en-IN" sz="2800" dirty="0" smtClean="0"/>
              <a:t> </a:t>
            </a:r>
            <a:endParaRPr lang="en-IN" sz="2800" dirty="0"/>
          </a:p>
          <a:p>
            <a:r>
              <a:rPr lang="en-IN" sz="2800" dirty="0" smtClean="0"/>
              <a:t>   Being </a:t>
            </a:r>
            <a:r>
              <a:rPr lang="en-IN" sz="2800" dirty="0"/>
              <a:t>aware of </a:t>
            </a:r>
            <a:r>
              <a:rPr lang="en-IN" sz="2800" dirty="0" smtClean="0"/>
              <a:t> </a:t>
            </a:r>
            <a:r>
              <a:rPr lang="en-IN" sz="2800" dirty="0" smtClean="0"/>
              <a:t>Time</a:t>
            </a:r>
          </a:p>
          <a:p>
            <a:r>
              <a:rPr lang="en-IN" sz="2800" dirty="0" smtClean="0"/>
              <a:t>   Being </a:t>
            </a:r>
            <a:r>
              <a:rPr lang="en-IN" sz="2800" dirty="0"/>
              <a:t>aware </a:t>
            </a:r>
            <a:r>
              <a:rPr lang="en-IN" sz="2800" dirty="0" smtClean="0"/>
              <a:t>of </a:t>
            </a:r>
            <a:r>
              <a:rPr lang="en-IN" sz="2800" dirty="0"/>
              <a:t>Time Wasters</a:t>
            </a:r>
          </a:p>
          <a:p>
            <a:endParaRPr lang="en-IN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6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038600"/>
          </a:xfrm>
        </p:spPr>
        <p:txBody>
          <a:bodyPr/>
          <a:lstStyle/>
          <a:p>
            <a:r>
              <a:rPr lang="en-IN" sz="2800" dirty="0" smtClean="0"/>
              <a:t>Priorities</a:t>
            </a:r>
          </a:p>
          <a:p>
            <a:r>
              <a:rPr lang="en-IN" sz="2800" dirty="0" smtClean="0"/>
              <a:t>Self-management</a:t>
            </a:r>
          </a:p>
          <a:p>
            <a:r>
              <a:rPr lang="en-IN" sz="2800" dirty="0"/>
              <a:t>Management of </a:t>
            </a:r>
            <a:r>
              <a:rPr lang="en-IN" sz="2800" dirty="0" smtClean="0"/>
              <a:t>our</a:t>
            </a:r>
            <a:r>
              <a:rPr lang="en-IN" sz="2800" dirty="0" smtClean="0"/>
              <a:t> </a:t>
            </a:r>
            <a:r>
              <a:rPr lang="en-IN" sz="2800" dirty="0"/>
              <a:t>Personal Resources</a:t>
            </a:r>
          </a:p>
          <a:p>
            <a:r>
              <a:rPr lang="en-IN" sz="2800" dirty="0"/>
              <a:t>Goal </a:t>
            </a:r>
            <a:r>
              <a:rPr lang="en-IN" sz="2800" dirty="0" smtClean="0"/>
              <a:t>Setting</a:t>
            </a:r>
          </a:p>
          <a:p>
            <a:r>
              <a:rPr lang="en-IN" sz="2800" dirty="0"/>
              <a:t>Measures of </a:t>
            </a:r>
            <a:r>
              <a:rPr lang="en-IN" sz="2800" dirty="0" smtClean="0"/>
              <a:t>our </a:t>
            </a:r>
            <a:r>
              <a:rPr lang="en-IN" sz="2800" dirty="0"/>
              <a:t>Achievement</a:t>
            </a:r>
          </a:p>
          <a:p>
            <a:r>
              <a:rPr lang="en-IN" sz="2800" dirty="0"/>
              <a:t>Planning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 smtClean="0"/>
          </a:p>
          <a:p>
            <a:endParaRPr lang="en-IN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8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Time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 smtClean="0"/>
              <a:t>There </a:t>
            </a:r>
            <a:r>
              <a:rPr lang="en-IN" sz="2800" dirty="0"/>
              <a:t>are several benefits of time management, such as follows</a:t>
            </a:r>
            <a:r>
              <a:rPr lang="en-IN" sz="2800" dirty="0" smtClean="0"/>
              <a:t>:</a:t>
            </a:r>
          </a:p>
          <a:p>
            <a:r>
              <a:rPr lang="en-IN" sz="2800" dirty="0"/>
              <a:t>Increased </a:t>
            </a:r>
            <a:r>
              <a:rPr lang="en-IN" sz="2800" dirty="0" smtClean="0"/>
              <a:t>productivity</a:t>
            </a:r>
          </a:p>
          <a:p>
            <a:r>
              <a:rPr lang="en-IN" sz="2800" dirty="0"/>
              <a:t>Less stress</a:t>
            </a:r>
          </a:p>
          <a:p>
            <a:r>
              <a:rPr lang="en-IN" sz="2800" dirty="0"/>
              <a:t>Improved self-esteem</a:t>
            </a:r>
          </a:p>
          <a:p>
            <a:r>
              <a:rPr lang="en-IN" sz="2800" dirty="0"/>
              <a:t>Good work-life </a:t>
            </a:r>
            <a:r>
              <a:rPr lang="en-IN" sz="2800" dirty="0" smtClean="0"/>
              <a:t>balance</a:t>
            </a: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4479629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67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94</TotalTime>
  <Words>240</Words>
  <Application>Microsoft Office PowerPoint</Application>
  <PresentationFormat>On-screen Show (4:3)</PresentationFormat>
  <Paragraphs>56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Time  Management</vt:lpstr>
      <vt:lpstr>What is Time Management?</vt:lpstr>
      <vt:lpstr>PowerPoint Presentation</vt:lpstr>
      <vt:lpstr>Who can use Time Management ?</vt:lpstr>
      <vt:lpstr>Elements of Time Management</vt:lpstr>
      <vt:lpstr>PowerPoint Presentation</vt:lpstr>
      <vt:lpstr>Benefits Of Time Management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 Management</dc:title>
  <dc:creator>DELL</dc:creator>
  <cp:lastModifiedBy>DELL</cp:lastModifiedBy>
  <cp:revision>16</cp:revision>
  <dcterms:created xsi:type="dcterms:W3CDTF">2014-11-01T14:50:42Z</dcterms:created>
  <dcterms:modified xsi:type="dcterms:W3CDTF">2014-11-03T15:34:41Z</dcterms:modified>
</cp:coreProperties>
</file>